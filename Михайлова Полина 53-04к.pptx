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7"/>
  </p:notesMasterIdLst>
  <p:sldIdLst>
    <p:sldId id="256" r:id="rId2"/>
    <p:sldId id="280" r:id="rId3"/>
    <p:sldId id="283" r:id="rId4"/>
    <p:sldId id="298" r:id="rId5"/>
    <p:sldId id="284" r:id="rId6"/>
    <p:sldId id="285" r:id="rId7"/>
    <p:sldId id="286" r:id="rId8"/>
    <p:sldId id="296" r:id="rId9"/>
    <p:sldId id="297" r:id="rId10"/>
    <p:sldId id="288" r:id="rId11"/>
    <p:sldId id="289" r:id="rId12"/>
    <p:sldId id="292" r:id="rId13"/>
    <p:sldId id="293" r:id="rId14"/>
    <p:sldId id="294" r:id="rId15"/>
    <p:sldId id="29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AF478-7B9D-870D-A6A4-06CE36B5CBAC}" v="1" dt="2025-12-09T22:15:02.599"/>
    <p1510:client id="{89327D68-625B-DE42-DEA9-C4B744A05439}" v="1984" dt="2025-12-09T22:14:27.657"/>
    <p1510:client id="{A1DC1D24-4066-1E2B-30A6-F858AD933DD1}" v="72" dt="2025-12-10T19:11:39.352"/>
    <p1510:client id="{BE44F5B7-D01D-4AFE-4321-9FA1D369578E}" v="3" dt="2025-12-10T19:24:40.681"/>
    <p1510:client id="{BFEDC584-485D-D9B9-42A8-2E7902376A96}" v="136" dt="2025-12-10T19:10:00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70" autoAdjust="0"/>
  </p:normalViewPr>
  <p:slideViewPr>
    <p:cSldViewPr snapToGrid="0">
      <p:cViewPr varScale="1">
        <p:scale>
          <a:sx n="108" d="100"/>
          <a:sy n="108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 smtClean="0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 smtClean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для цветочного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магазина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Times New Roman"/>
                <a:cs typeface="Times New Roman"/>
              </a:rPr>
              <a:t>Михайлова Полина Игоревна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Информация о практике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303421" y="2010320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303421" y="3213478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423738" y="1920083"/>
            <a:ext cx="84221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Срок прохождения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dirty="0" smtClean="0">
                <a:latin typeface="Times New Roman"/>
                <a:ea typeface="Arial"/>
                <a:cs typeface="Arial"/>
              </a:rPr>
              <a:t>30.03.2026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 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- </a:t>
            </a:r>
            <a:r>
              <a:rPr lang="ru-RU" sz="1600" baseline="0" dirty="0" smtClean="0">
                <a:latin typeface="Times New Roman"/>
                <a:ea typeface="Arial"/>
                <a:cs typeface="Arial"/>
              </a:rPr>
              <a:t>25</a:t>
            </a:r>
            <a:r>
              <a:rPr lang="ru-RU" sz="1600" dirty="0" smtClean="0">
                <a:latin typeface="Times New Roman"/>
                <a:ea typeface="Arial"/>
                <a:cs typeface="Arial"/>
              </a:rPr>
              <a:t>.04.2026</a:t>
            </a:r>
            <a:endParaRPr lang="ru-RU" sz="1600" baseline="0" dirty="0">
              <a:latin typeface="Times New Roman"/>
              <a:ea typeface="Arial"/>
              <a:cs typeface="Arial"/>
            </a:endParaRPr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23738" y="3083137"/>
            <a:ext cx="786603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Тема практики</a:t>
            </a:r>
            <a:r>
              <a:rPr lang="ru-RU" sz="2000" dirty="0" smtClean="0">
                <a:latin typeface="Times New Roman"/>
                <a:ea typeface="Arial"/>
                <a:cs typeface="Arial"/>
              </a:rPr>
              <a:t>​</a:t>
            </a:r>
          </a:p>
          <a:p>
            <a:pPr lvl="0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цветочного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магазина</a:t>
            </a:r>
            <a:endParaRPr lang="ru-RU" sz="1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B745-5922-4F99-67E0-E8E31C79115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latin typeface="Times New Roman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814763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814762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Цели и задачи практики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813193"/>
            <a:ext cx="799529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Цель практики</a:t>
            </a:r>
            <a:r>
              <a:rPr lang="ru-RU" sz="2000" b="1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цветочного магазина</a:t>
            </a:r>
            <a:r>
              <a:rPr lang="ru-RU" sz="1600" baseline="0" dirty="0" smtClean="0">
                <a:latin typeface="Times New Roman"/>
                <a:ea typeface="Segoe UI"/>
                <a:cs typeface="Segoe UI"/>
              </a:rPr>
              <a:t>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Основные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задачи</a:t>
            </a:r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749841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996538" y="3786998"/>
            <a:ext cx="967146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Постановка </a:t>
            </a:r>
            <a:r>
              <a:rPr lang="ru-RU" sz="1600" dirty="0"/>
              <a:t>задачи на разработку программного продукта. Анализ поставленной задачи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Определение объектов задачи и их атрибутов. Выявление связей между объектами. Составление алгоритма решение задачи и его оптимизации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Создание интерфейса программного продукта на основе объектов поставленной задачи и их свойств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Отладка программного </a:t>
            </a:r>
            <a:r>
              <a:rPr lang="ru-RU" sz="1600" dirty="0" smtClean="0"/>
              <a:t>продукта.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Тестирование программного продукта</a:t>
            </a:r>
            <a:r>
              <a:rPr lang="ru-RU" sz="1600" dirty="0" smtClean="0"/>
              <a:t>.</a:t>
            </a:r>
            <a:endParaRPr lang="en-US" sz="1600" dirty="0" smtClean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Оптимизация программного кода и интерфейса </a:t>
            </a:r>
            <a:r>
              <a:rPr lang="ru-RU" sz="1600" dirty="0" smtClean="0"/>
              <a:t>продукта.</a:t>
            </a:r>
            <a:endParaRPr lang="ru-RU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D5C7-FC3A-57E6-B169-B622277FE6D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1: Постановка задачи на разработку программного продукта. Анализ поставленной задачи.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30 марта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1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933489" y="2320726"/>
            <a:ext cx="99751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Магазину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 необходимо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программный модуль для того чтобы пользователи могли просматривать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 цветочной продукции,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добавлять товары в корзину и делать заказы. В программном модуле должно быть распределение ролей, чтобы администраторы могли контролировать приложение. 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регистрируются в приложении, выбирают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цветы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делают заказы в корзине, после чего могут скачать электронный чек с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-кодом заказа. О них надо хранить логин, пароль, почту и город в котором они делают заказ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968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600892" y="5401016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690632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2: Определение объектов задачи и их атрибутов.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2 - 5 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45770" y="2070588"/>
            <a:ext cx="636288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Проанализирована предметная область </a:t>
            </a:r>
            <a:r>
              <a:rPr lang="ru-RU" sz="1600" dirty="0" smtClean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(цветочный </a:t>
            </a: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магазин);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основные сущности: пользователи,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корзины, заказы, каталоги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модели данных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связи между таблицами;</a:t>
            </a:r>
            <a:endParaRPr lang="ru-RU" sz="1600" dirty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670560" y="5486400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70559" y="5447410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</a:p>
          <a:p>
            <a:r>
              <a:rPr lang="ru-RU" dirty="0">
                <a:latin typeface="Times New Roman"/>
                <a:ea typeface="Segoe UI"/>
                <a:cs typeface="Segoe UI"/>
              </a:rPr>
              <a:t>Сформирована структура базы данных приложения.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FFA69-4046-EAEB-BC80-E259226765C2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5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36A92F6F-732D-4223-BF8A-66ED631F7C4B}"/>
              </a:ext>
            </a:extLst>
          </p:cNvPr>
          <p:cNvSpPr/>
          <p:nvPr/>
        </p:nvSpPr>
        <p:spPr>
          <a:xfrm>
            <a:off x="7187828" y="2122896"/>
            <a:ext cx="4801252" cy="4225653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708" y="2253247"/>
            <a:ext cx="3897056" cy="389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3: Создание интерфейса программного продукта на основе объектов поставленной задачи и их свойств.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6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15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430479" y="3498273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Разработан программный блок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Созданы блок кода регистрации и авторизации</a:t>
            </a:r>
            <a:r>
              <a:rPr lang="en-US" sz="1600" dirty="0" smtClean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Созданы все необходимые страницы для работы программы</a:t>
            </a:r>
            <a:r>
              <a:rPr lang="en-US" sz="1600" dirty="0" smtClean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>
                <a:latin typeface="Times New Roman"/>
                <a:cs typeface="Segoe UI"/>
              </a:rPr>
              <a:t>Создан функционал создание </a:t>
            </a:r>
            <a:r>
              <a:rPr lang="en-US" sz="1600" dirty="0" smtClean="0">
                <a:latin typeface="Times New Roman"/>
                <a:cs typeface="Segoe UI"/>
              </a:rPr>
              <a:t>pdf-</a:t>
            </a:r>
            <a:r>
              <a:rPr lang="ru-RU" sz="1600" dirty="0" smtClean="0">
                <a:latin typeface="Times New Roman"/>
                <a:cs typeface="Segoe UI"/>
              </a:rPr>
              <a:t>чека.</a:t>
            </a:r>
            <a:endParaRPr lang="ru-RU" sz="1600" dirty="0">
              <a:latin typeface="Times New Roman"/>
              <a:cs typeface="Segoe UI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93DB55A4-1967-1973-80A9-DE6736C7F06B}"/>
              </a:ext>
            </a:extLst>
          </p:cNvPr>
          <p:cNvSpPr/>
          <p:nvPr/>
        </p:nvSpPr>
        <p:spPr>
          <a:xfrm>
            <a:off x="6660077" y="3542805"/>
            <a:ext cx="5225142" cy="11281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F2E5DC18-C68B-9DB5-8391-146EEBCB6715}"/>
              </a:ext>
            </a:extLst>
          </p:cNvPr>
          <p:cNvSpPr/>
          <p:nvPr/>
        </p:nvSpPr>
        <p:spPr>
          <a:xfrm>
            <a:off x="6828310" y="3542805"/>
            <a:ext cx="5086598" cy="1128156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0A862-FEB5-D76B-2841-02D4C2F144F4}"/>
              </a:ext>
            </a:extLst>
          </p:cNvPr>
          <p:cNvSpPr txBox="1"/>
          <p:nvPr/>
        </p:nvSpPr>
        <p:spPr>
          <a:xfrm>
            <a:off x="6927273" y="3498273"/>
            <a:ext cx="5076702" cy="919401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ea typeface="Segoe UI"/>
              <a:cs typeface="Times New Roman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создано и готово к тестированию.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7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- 8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30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3 </a:t>
            </a:r>
            <a:r>
              <a:rPr lang="ru-RU" sz="3200" b="1" dirty="0">
                <a:latin typeface="Times New Roman"/>
                <a:cs typeface="Times New Roman"/>
              </a:rPr>
              <a:t>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314384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196218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7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1" y="1853355"/>
            <a:ext cx="5747386" cy="342898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81" y="1968577"/>
            <a:ext cx="5634195" cy="326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</a:t>
            </a:r>
            <a:r>
              <a:rPr lang="ru-RU" sz="3200" b="1" dirty="0" smtClean="0">
                <a:latin typeface="Times New Roman"/>
                <a:cs typeface="Times New Roman"/>
              </a:rPr>
              <a:t>3 </a:t>
            </a:r>
            <a:r>
              <a:rPr lang="ru-RU" sz="3200" b="1" dirty="0">
                <a:latin typeface="Times New Roman"/>
                <a:cs typeface="Times New Roman"/>
              </a:rPr>
              <a:t>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7154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№3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4471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</a:t>
            </a:r>
            <a:r>
              <a:rPr lang="ru-RU" sz="1600" dirty="0" smtClean="0">
                <a:latin typeface="Times New Roman"/>
                <a:ea typeface="Calibri"/>
                <a:cs typeface="Calibri"/>
              </a:rPr>
              <a:t>№4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8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46" y="2145698"/>
            <a:ext cx="6696589" cy="24174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170" y="1123316"/>
            <a:ext cx="2403767" cy="399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7853756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</a:t>
            </a:r>
            <a:r>
              <a:rPr lang="ru-RU" sz="3200" b="1" dirty="0" smtClean="0">
                <a:latin typeface="Times New Roman"/>
                <a:cs typeface="Times New Roman"/>
              </a:rPr>
              <a:t>4</a:t>
            </a:r>
            <a:r>
              <a:rPr lang="ru-RU" sz="3200" b="1" dirty="0">
                <a:latin typeface="Times New Roman"/>
                <a:cs typeface="Times New Roman"/>
              </a:rPr>
              <a:t>: Отладка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16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-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17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работоспособность форм ввода</a:t>
            </a:r>
            <a:r>
              <a:rPr lang="en-US" sz="1600" dirty="0" smtClean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</a:t>
            </a:r>
            <a:r>
              <a:rPr lang="ru-RU" sz="1600" dirty="0" err="1" smtClean="0"/>
              <a:t>валидация</a:t>
            </a:r>
            <a:r>
              <a:rPr lang="ru-RU" sz="1600" dirty="0" smtClean="0"/>
              <a:t> форм;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корректность функционала добавления товара в корзину;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 smtClean="0"/>
              <a:t>Проверена совместимость базы данных и программы;</a:t>
            </a:r>
            <a:endParaRPr lang="ru-RU" sz="1600" dirty="0"/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отладка приложения, выявленные ошибки устранены.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14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889552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5: Тестирование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20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-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22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7045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для программного блока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Протестированы основные блоки кода;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регистрация и авторизация;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Добавлена корзина и оформление заказа;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02155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протестировано, ошибки выявленные при тестировании устранены.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10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296996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6: Оптимизация программного кода и интерфейса продукта.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23 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 smtClean="0">
                <a:solidFill>
                  <a:srgbClr val="0891B2"/>
                </a:solidFill>
                <a:latin typeface="Times New Roman"/>
                <a:cs typeface="Segoe UI"/>
              </a:rPr>
              <a:t>25</a:t>
            </a:r>
            <a:r>
              <a:rPr lang="en-US" b="1" dirty="0" smtClean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Сокращено дублирование логики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Улучшено расположение элементов;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Улучшена читаемость программного блока;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 и оптимизирован отклик программы;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3677828" cy="1634490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оптимизация всей программы. Улучшено взаимодействие пользователя с программой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11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B3E9-BAB3-C588-5455-6730CDEB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5E03D3-7B81-1B90-7F07-659961FA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Освоенные навыки и знания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665CA-09BE-5191-9FD6-49C511B7D7C4}"/>
              </a:ext>
            </a:extLst>
          </p:cNvPr>
          <p:cNvSpPr txBox="1"/>
          <p:nvPr/>
        </p:nvSpPr>
        <p:spPr>
          <a:xfrm>
            <a:off x="1957558" y="1480421"/>
            <a:ext cx="313706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Теоретические</a:t>
            </a:r>
            <a:r>
              <a:rPr lang="en-US" sz="2000" b="1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знания</a:t>
            </a:r>
            <a:endParaRPr lang="ru-RU" err="1"/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3B38129-8BA7-78B3-D75E-B9C80E6EBCA6}"/>
              </a:ext>
            </a:extLst>
          </p:cNvPr>
          <p:cNvCxnSpPr/>
          <p:nvPr/>
        </p:nvCxnSpPr>
        <p:spPr>
          <a:xfrm flipV="1">
            <a:off x="1419114" y="1852888"/>
            <a:ext cx="4214827" cy="983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4251B4-9A8C-C7C0-467A-B798FEE2D2C2}"/>
              </a:ext>
            </a:extLst>
          </p:cNvPr>
          <p:cNvSpPr txBox="1"/>
          <p:nvPr/>
        </p:nvSpPr>
        <p:spPr>
          <a:xfrm>
            <a:off x="1419115" y="1980505"/>
            <a:ext cx="4217169" cy="2079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клиент-серверных информационных систем;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WPF;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sz="1600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2146A-689D-CDF0-8311-7CE74B53C52A}"/>
              </a:ext>
            </a:extLst>
          </p:cNvPr>
          <p:cNvSpPr txBox="1"/>
          <p:nvPr/>
        </p:nvSpPr>
        <p:spPr>
          <a:xfrm>
            <a:off x="7521313" y="1452878"/>
            <a:ext cx="28524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Практические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навыки</a:t>
            </a:r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8BB146F-685F-F7CC-D2D7-A16E573B4C86}"/>
              </a:ext>
            </a:extLst>
          </p:cNvPr>
          <p:cNvCxnSpPr>
            <a:cxnSpLocks/>
          </p:cNvCxnSpPr>
          <p:nvPr/>
        </p:nvCxnSpPr>
        <p:spPr>
          <a:xfrm flipV="1">
            <a:off x="7221568" y="1862068"/>
            <a:ext cx="3976129" cy="19013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F9C174-068E-969C-DFA7-4153DD4C3AD5}"/>
              </a:ext>
            </a:extLst>
          </p:cNvPr>
          <p:cNvSpPr txBox="1"/>
          <p:nvPr/>
        </p:nvSpPr>
        <p:spPr>
          <a:xfrm>
            <a:off x="6313784" y="1987980"/>
            <a:ext cx="6164413" cy="17113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WPF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Framewok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веб-интерфейсов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авторизации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ролей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7A7B-3297-3DAC-8EA3-714825853B4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12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1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0EC476-5AE9-E0AF-9782-E8030396E58B}"/>
              </a:ext>
            </a:extLst>
          </p:cNvPr>
          <p:cNvSpPr/>
          <p:nvPr/>
        </p:nvSpPr>
        <p:spPr>
          <a:xfrm>
            <a:off x="1298449" y="1716244"/>
            <a:ext cx="8692554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394A0-28F2-5627-B6D3-6388582D59EC}"/>
              </a:ext>
            </a:extLst>
          </p:cNvPr>
          <p:cNvSpPr txBox="1"/>
          <p:nvPr/>
        </p:nvSpPr>
        <p:spPr>
          <a:xfrm>
            <a:off x="1308343" y="1733106"/>
            <a:ext cx="86727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веб-приложение для </a:t>
            </a:r>
            <a:r>
              <a:rPr lang="ru-RU" sz="2000" b="1" dirty="0" smtClean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кондитерского </a:t>
            </a: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магазина;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ADEF9-B36F-044A-2B36-794AD760712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13</a:t>
            </a:r>
            <a:endParaRPr lang="ru-RU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AC1C0A8A-EFB7-4ECD-40F6-EE8170BC6931}"/>
              </a:ext>
            </a:extLst>
          </p:cNvPr>
          <p:cNvSpPr/>
          <p:nvPr/>
        </p:nvSpPr>
        <p:spPr>
          <a:xfrm>
            <a:off x="1298448" y="2768406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E28-24E5-1988-978E-21C5571F193A}"/>
              </a:ext>
            </a:extLst>
          </p:cNvPr>
          <p:cNvSpPr txBox="1"/>
          <p:nvPr/>
        </p:nvSpPr>
        <p:spPr>
          <a:xfrm>
            <a:off x="1418764" y="2768405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база данных и бизнес-логика;</a:t>
            </a:r>
          </a:p>
        </p:txBody>
      </p:sp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76612058-167A-C965-AC07-A6095C2B109D}"/>
              </a:ext>
            </a:extLst>
          </p:cNvPr>
          <p:cNvSpPr/>
          <p:nvPr/>
        </p:nvSpPr>
        <p:spPr>
          <a:xfrm>
            <a:off x="1308343" y="3820569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AB3FA-8653-DC10-5D64-B1ABFF2F0FC8}"/>
              </a:ext>
            </a:extLst>
          </p:cNvPr>
          <p:cNvSpPr txBox="1"/>
          <p:nvPr/>
        </p:nvSpPr>
        <p:spPr>
          <a:xfrm>
            <a:off x="1428659" y="382056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пользовательский интерфейс;</a:t>
            </a: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08343" y="4907455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28659" y="4954791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заказов;</a:t>
            </a: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1E1-5F5E-9AEF-0B55-D950BC33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781B09C-8FFE-17AC-8134-62E8C731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Выводы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BD838-6964-83C2-9485-9C05AAC0FD7C}"/>
              </a:ext>
            </a:extLst>
          </p:cNvPr>
          <p:cNvSpPr txBox="1"/>
          <p:nvPr/>
        </p:nvSpPr>
        <p:spPr>
          <a:xfrm>
            <a:off x="967916" y="1488479"/>
            <a:ext cx="10146927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учебной практики было разработано полноценное веб-приложение на 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22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r>
              <a:rPr lang="ru-RU" sz="2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 навыки проектирования, разработки и тестирования программного обеспечения.</a:t>
            </a: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В результате были закреплены теоретические знания и получены практические навыки разработки веб-приложений, работы с базами данных и современными технологиями платформы .NET.</a:t>
            </a:r>
          </a:p>
          <a:p>
            <a:pPr marL="342900" indent="-342900" algn="just">
              <a:buAutoNum type="arabicPeriod"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работы были выполнены все поставленные задачи: спроектирована и реализована база данных, разработан пользовательский интерфейс, реализованы основные функции системы, включая регистрацию, авторизацию, каталог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товаров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заказов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pdf-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чека.</a:t>
            </a:r>
            <a:endParaRPr lang="en-US" sz="2200" dirty="0" err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18F67-A6C8-870B-4FAA-654F34715F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 smtClean="0">
                <a:latin typeface="Times New Roman"/>
                <a:ea typeface="Calibri"/>
                <a:cs typeface="Calibri"/>
              </a:rPr>
              <a:t>14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7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5EED3-A571-AAAE-0A82-661237AE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1BA0E-6C1F-4EEF-1CDC-D7F891BCA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r>
              <a:rPr lang="ru-RU" b="1" dirty="0">
                <a:latin typeface="Times New Roman"/>
              </a:rPr>
              <a:t/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для </a:t>
            </a:r>
            <a:r>
              <a:rPr lang="ru-RU" sz="1800" dirty="0" smtClean="0">
                <a:solidFill>
                  <a:schemeClr val="bg1"/>
                </a:solidFill>
                <a:latin typeface="Segoe UI"/>
                <a:cs typeface="Segoe UI"/>
              </a:rPr>
              <a:t>цветочного магазина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магазина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963462-960A-48D2-7FC1-9F261698D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Times New Roman"/>
                <a:cs typeface="Times New Roman"/>
              </a:rPr>
              <a:t>Михайлова Полина Игоревна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09B8B13-8B7D-BB9E-53BC-D634F2B9201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27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8035</TotalTime>
  <Words>694</Words>
  <Application>Microsoft Office PowerPoint</Application>
  <PresentationFormat>Широкоэкранный</PresentationFormat>
  <Paragraphs>109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Times New Roman</vt:lpstr>
      <vt:lpstr>Wingdings</vt:lpstr>
      <vt:lpstr>Тема1</vt:lpstr>
      <vt:lpstr>ОТЧЕТ о прохождении учебной практики Разработка веб-приложения на базе WPF .Net Framework для цветочного магазина</vt:lpstr>
      <vt:lpstr>Информация о практике</vt:lpstr>
      <vt:lpstr>Цели и задачи практики</vt:lpstr>
      <vt:lpstr>Этап 1: Постановка задачи на разработку программного продукта. Анализ поставленной задачи.</vt:lpstr>
      <vt:lpstr>Этап 2: Определение объектов задачи и их атрибутов. </vt:lpstr>
      <vt:lpstr>Этап 3: Создание интерфейса программного продукта на основе объектов поставленной задачи и их свойств.</vt:lpstr>
      <vt:lpstr>Результаты этапа 3 : </vt:lpstr>
      <vt:lpstr>Результаты этапа 3 : </vt:lpstr>
      <vt:lpstr>Этап 4: Отладка программного продукта</vt:lpstr>
      <vt:lpstr>Этап 5: Тестирование программного продукта</vt:lpstr>
      <vt:lpstr>Этап 6: Оптимизация программного кода и интерфейса продукта.</vt:lpstr>
      <vt:lpstr>Освоенные навыки и знания</vt:lpstr>
      <vt:lpstr>Достигнутые результаты</vt:lpstr>
      <vt:lpstr>Выводы</vt:lpstr>
      <vt:lpstr>ОТЧЕТ о прохождении учебной практики Разработка веб-приложения на базе WPF .Net Framework для цветочного магазина магазина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Михайлова Полина Игоревна</cp:lastModifiedBy>
  <cp:revision>851</cp:revision>
  <dcterms:created xsi:type="dcterms:W3CDTF">2023-01-30T07:02:12Z</dcterms:created>
  <dcterms:modified xsi:type="dcterms:W3CDTF">2026-04-24T08:28:54Z</dcterms:modified>
</cp:coreProperties>
</file>